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Proxima Nova"/>
      <p:regular r:id="rId26"/>
      <p:bold r:id="rId27"/>
      <p:italic r:id="rId28"/>
      <p:boldItalic r:id="rId29"/>
    </p:embeddedFont>
    <p:embeddedFont>
      <p:font typeface="PT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E808EA-DFA6-4E18-9CDB-66BEDF83C8F2}">
  <a:tblStyle styleId="{D8E808EA-DFA6-4E18-9CDB-66BEDF83C8F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roximaNova-regular.fntdata"/><Relationship Id="rId25" Type="http://schemas.openxmlformats.org/officeDocument/2006/relationships/slide" Target="slides/slide19.xml"/><Relationship Id="rId28" Type="http://schemas.openxmlformats.org/officeDocument/2006/relationships/font" Target="fonts/ProximaNova-italic.fntdata"/><Relationship Id="rId27" Type="http://schemas.openxmlformats.org/officeDocument/2006/relationships/font" Target="fonts/ProximaNov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roximaNova-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TSans-bold.fntdata"/><Relationship Id="rId30" Type="http://schemas.openxmlformats.org/officeDocument/2006/relationships/font" Target="fonts/PTSans-regular.fntdata"/><Relationship Id="rId11" Type="http://schemas.openxmlformats.org/officeDocument/2006/relationships/slide" Target="slides/slide5.xml"/><Relationship Id="rId33" Type="http://schemas.openxmlformats.org/officeDocument/2006/relationships/font" Target="fonts/PTSans-boldItalic.fntdata"/><Relationship Id="rId10" Type="http://schemas.openxmlformats.org/officeDocument/2006/relationships/slide" Target="slides/slide4.xml"/><Relationship Id="rId32" Type="http://schemas.openxmlformats.org/officeDocument/2006/relationships/font" Target="fonts/PTSans-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1"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a:noFill/>
          <a:ln>
            <a:noFill/>
          </a:ln>
        </p:spPr>
        <p:txBody>
          <a:bodyPr anchorCtr="0" anchor="b" bIns="27000" lIns="24300" spcFirstLastPara="1" rIns="0" wrap="square" tIns="27000">
            <a:normAutofit/>
          </a:bodyPr>
          <a:lstStyle>
            <a:lvl1pPr lvl="0" algn="ctr">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a:noFill/>
          <a:ln>
            <a:noFill/>
          </a:ln>
        </p:spPr>
        <p:txBody>
          <a:bodyPr anchorCtr="0" anchor="t" bIns="27000" lIns="5400" spcFirstLastPara="1" rIns="0" wrap="square" tIns="27000">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311700" y="445025"/>
            <a:ext cx="8520600" cy="5727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SzPts val="2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3"/>
          <p:cNvSpPr txBox="1"/>
          <p:nvPr>
            <p:ph idx="1" type="body"/>
          </p:nvPr>
        </p:nvSpPr>
        <p:spPr>
          <a:xfrm>
            <a:off x="311700" y="1152475"/>
            <a:ext cx="8520600" cy="3416400"/>
          </a:xfrm>
          <a:prstGeom prst="rect">
            <a:avLst/>
          </a:prstGeom>
          <a:noFill/>
          <a:ln>
            <a:noFill/>
          </a:ln>
        </p:spPr>
        <p:txBody>
          <a:bodyPr anchorCtr="0" anchor="t" bIns="27000" lIns="5400" spcFirstLastPara="1" rIns="0" wrap="square" tIns="27000">
            <a:normAutofit/>
          </a:bodyPr>
          <a:lstStyle>
            <a:lvl1pPr indent="-228600" lvl="0" marL="457200" algn="l">
              <a:lnSpc>
                <a:spcPct val="90000"/>
              </a:lnSpc>
              <a:spcBef>
                <a:spcPts val="800"/>
              </a:spcBef>
              <a:spcAft>
                <a:spcPts val="0"/>
              </a:spcAft>
              <a:buSzPts val="2100"/>
              <a:buNone/>
              <a:defRPr/>
            </a:lvl1pPr>
            <a:lvl2pPr indent="-361950" lvl="1" marL="914400" algn="l">
              <a:lnSpc>
                <a:spcPct val="90000"/>
              </a:lnSpc>
              <a:spcBef>
                <a:spcPts val="400"/>
              </a:spcBef>
              <a:spcAft>
                <a:spcPts val="0"/>
              </a:spcAft>
              <a:buSzPts val="2100"/>
              <a:buChar char="•"/>
              <a:defRPr/>
            </a:lvl2pPr>
            <a:lvl3pPr indent="-361950" lvl="2" marL="1371600" algn="l">
              <a:lnSpc>
                <a:spcPct val="90000"/>
              </a:lnSpc>
              <a:spcBef>
                <a:spcPts val="400"/>
              </a:spcBef>
              <a:spcAft>
                <a:spcPts val="0"/>
              </a:spcAft>
              <a:buSzPts val="2100"/>
              <a:buChar char="•"/>
              <a:defRPr/>
            </a:lvl3pPr>
            <a:lvl4pPr indent="-361950" lvl="3" marL="1828800" algn="l">
              <a:lnSpc>
                <a:spcPct val="90000"/>
              </a:lnSpc>
              <a:spcBef>
                <a:spcPts val="400"/>
              </a:spcBef>
              <a:spcAft>
                <a:spcPts val="0"/>
              </a:spcAft>
              <a:buSzPts val="2100"/>
              <a:buChar char="•"/>
              <a:defRPr/>
            </a:lvl4pPr>
            <a:lvl5pPr indent="-361950" lvl="4" marL="2286000" algn="l">
              <a:lnSpc>
                <a:spcPct val="90000"/>
              </a:lnSpc>
              <a:spcBef>
                <a:spcPts val="400"/>
              </a:spcBef>
              <a:spcAft>
                <a:spcPts val="0"/>
              </a:spcAft>
              <a:buSzPts val="2100"/>
              <a:buChar char="•"/>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Лэти тема"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311700" y="2150850"/>
            <a:ext cx="8520600" cy="841800"/>
          </a:xfrm>
          <a:prstGeom prst="rect">
            <a:avLst/>
          </a:prstGeom>
          <a:noFill/>
          <a:ln>
            <a:noFill/>
          </a:ln>
        </p:spPr>
        <p:txBody>
          <a:bodyPr anchorCtr="0" anchor="ctr" bIns="27000" lIns="24300" spcFirstLastPara="1" rIns="0" wrap="square" tIns="27000">
            <a:normAutofit/>
          </a:bodyPr>
          <a:lstStyle>
            <a:lvl1pPr lvl="0" algn="ctr">
              <a:lnSpc>
                <a:spcPct val="9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p:cSld name="Титульный слайд">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5"/>
          <p:cNvSpPr txBox="1"/>
          <p:nvPr>
            <p:ph type="ctrTitle"/>
          </p:nvPr>
        </p:nvSpPr>
        <p:spPr>
          <a:xfrm>
            <a:off x="629841" y="3139343"/>
            <a:ext cx="7885500" cy="678000"/>
          </a:xfrm>
          <a:prstGeom prst="rect">
            <a:avLst/>
          </a:prstGeom>
          <a:noFill/>
          <a:ln>
            <a:noFill/>
          </a:ln>
        </p:spPr>
        <p:txBody>
          <a:bodyPr anchorCtr="0" anchor="ctr" bIns="27000" lIns="5400" spcFirstLastPara="1" rIns="0" wrap="square" tIns="27000">
            <a:normAutofit/>
          </a:bodyPr>
          <a:lstStyle>
            <a:lvl1pPr lvl="0" algn="l">
              <a:lnSpc>
                <a:spcPct val="90000"/>
              </a:lnSpc>
              <a:spcBef>
                <a:spcPts val="0"/>
              </a:spcBef>
              <a:spcAft>
                <a:spcPts val="0"/>
              </a:spcAft>
              <a:buClr>
                <a:srgbClr val="05336E"/>
              </a:buClr>
              <a:buSzPts val="3600"/>
              <a:buFont typeface="PT Sans"/>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3" name="Google Shape;23;p5"/>
          <p:cNvSpPr txBox="1"/>
          <p:nvPr>
            <p:ph idx="1" type="body"/>
          </p:nvPr>
        </p:nvSpPr>
        <p:spPr>
          <a:xfrm>
            <a:off x="629841" y="4010118"/>
            <a:ext cx="7885500" cy="740400"/>
          </a:xfrm>
          <a:prstGeom prst="rect">
            <a:avLst/>
          </a:prstGeom>
          <a:noFill/>
          <a:ln>
            <a:noFill/>
          </a:ln>
        </p:spPr>
        <p:txBody>
          <a:bodyPr anchorCtr="0" anchor="t" bIns="27000" lIns="5400" spcFirstLastPara="1" rIns="0" wrap="square" tIns="27000">
            <a:normAutofit/>
          </a:bodyPr>
          <a:lstStyle>
            <a:lvl1pPr indent="-228600" lvl="0" marL="457200" algn="l">
              <a:lnSpc>
                <a:spcPct val="90000"/>
              </a:lnSpc>
              <a:spcBef>
                <a:spcPts val="800"/>
              </a:spcBef>
              <a:spcAft>
                <a:spcPts val="0"/>
              </a:spcAft>
              <a:buClr>
                <a:srgbClr val="05336E"/>
              </a:buClr>
              <a:buSzPts val="21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 name="Google Shape;24;p5"/>
          <p:cNvSpPr txBox="1"/>
          <p:nvPr>
            <p:ph idx="2" type="body"/>
          </p:nvPr>
        </p:nvSpPr>
        <p:spPr>
          <a:xfrm>
            <a:off x="629841" y="2589257"/>
            <a:ext cx="7885500" cy="349500"/>
          </a:xfrm>
          <a:prstGeom prst="rect">
            <a:avLst/>
          </a:prstGeom>
          <a:noFill/>
          <a:ln>
            <a:noFill/>
          </a:ln>
        </p:spPr>
        <p:txBody>
          <a:bodyPr anchorCtr="0" anchor="b" bIns="27000" lIns="5400" spcFirstLastPara="1" rIns="0" wrap="square" tIns="27000">
            <a:normAutofit/>
          </a:bodyPr>
          <a:lstStyle>
            <a:lvl1pPr indent="-228600" lvl="0" marL="457200" algn="l">
              <a:lnSpc>
                <a:spcPct val="90000"/>
              </a:lnSpc>
              <a:spcBef>
                <a:spcPts val="800"/>
              </a:spcBef>
              <a:spcAft>
                <a:spcPts val="0"/>
              </a:spcAft>
              <a:buClr>
                <a:srgbClr val="05336E"/>
              </a:buClr>
              <a:buSzPts val="21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 name="Google Shape;25;p5"/>
          <p:cNvSpPr txBox="1"/>
          <p:nvPr>
            <p:ph idx="12" type="sldNum"/>
          </p:nvPr>
        </p:nvSpPr>
        <p:spPr>
          <a:xfrm>
            <a:off x="8556784" y="4749851"/>
            <a:ext cx="548700" cy="3936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5336E"/>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идео + заголовок и объект">
  <p:cSld name="Видео + заголовок и объект">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6"/>
          <p:cNvSpPr txBox="1"/>
          <p:nvPr/>
        </p:nvSpPr>
        <p:spPr>
          <a:xfrm>
            <a:off x="251952" y="2099245"/>
            <a:ext cx="2497500" cy="11775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400"/>
              <a:buFont typeface="Arial"/>
              <a:buNone/>
            </a:pPr>
            <a:r>
              <a:rPr b="0" i="0" lang="ru" sz="2400" u="none" cap="none" strike="noStrike">
                <a:solidFill>
                  <a:schemeClr val="lt1"/>
                </a:solidFill>
                <a:latin typeface="PT Sans"/>
                <a:ea typeface="PT Sans"/>
                <a:cs typeface="PT Sans"/>
                <a:sym typeface="PT Sans"/>
              </a:rPr>
              <a:t>НЕ ИСПОЛЬЗОВАТЬ</a:t>
            </a:r>
            <a:endParaRPr b="0" i="0" sz="1100" u="none" cap="none" strike="noStrike">
              <a:solidFill>
                <a:srgbClr val="000000"/>
              </a:solidFill>
              <a:latin typeface="Arial"/>
              <a:ea typeface="Arial"/>
              <a:cs typeface="Arial"/>
              <a:sym typeface="Arial"/>
            </a:endParaRPr>
          </a:p>
        </p:txBody>
      </p:sp>
      <p:sp>
        <p:nvSpPr>
          <p:cNvPr id="28" name="Google Shape;28;p6"/>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29" name="Google Shape;29;p6"/>
          <p:cNvSpPr txBox="1"/>
          <p:nvPr>
            <p:ph idx="1" type="body"/>
          </p:nvPr>
        </p:nvSpPr>
        <p:spPr>
          <a:xfrm>
            <a:off x="3923927" y="4788678"/>
            <a:ext cx="3348300" cy="273900"/>
          </a:xfrm>
          <a:prstGeom prst="rect">
            <a:avLst/>
          </a:prstGeom>
          <a:noFill/>
          <a:ln>
            <a:noFill/>
          </a:ln>
        </p:spPr>
        <p:txBody>
          <a:bodyPr anchorCtr="0" anchor="ctr" bIns="27000" lIns="24300" spcFirstLastPara="1" rIns="2700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 name="Google Shape;30;p6"/>
          <p:cNvSpPr txBox="1"/>
          <p:nvPr>
            <p:ph type="title"/>
          </p:nvPr>
        </p:nvSpPr>
        <p:spPr>
          <a:xfrm>
            <a:off x="3923927" y="255824"/>
            <a:ext cx="47796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6"/>
          <p:cNvSpPr txBox="1"/>
          <p:nvPr>
            <p:ph idx="2" type="body"/>
          </p:nvPr>
        </p:nvSpPr>
        <p:spPr>
          <a:xfrm>
            <a:off x="3923927" y="897731"/>
            <a:ext cx="4779600" cy="35646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429">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Заголовок и объект">
  <p:cSld name="1_Заголовок и объект">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7"/>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7"/>
          <p:cNvSpPr txBox="1"/>
          <p:nvPr>
            <p:ph idx="12" type="sldNum"/>
          </p:nvPr>
        </p:nvSpPr>
        <p:spPr>
          <a:xfrm>
            <a:off x="7596336"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35" name="Google Shape;35;p7"/>
          <p:cNvSpPr txBox="1"/>
          <p:nvPr>
            <p:ph idx="1"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7"/>
          <p:cNvSpPr txBox="1"/>
          <p:nvPr>
            <p:ph idx="2" type="body"/>
          </p:nvPr>
        </p:nvSpPr>
        <p:spPr>
          <a:xfrm>
            <a:off x="440531" y="897564"/>
            <a:ext cx="8262900" cy="3564300"/>
          </a:xfrm>
          <a:prstGeom prst="rect">
            <a:avLst/>
          </a:prstGeom>
          <a:noFill/>
          <a:ln>
            <a:noFill/>
          </a:ln>
        </p:spPr>
        <p:txBody>
          <a:bodyPr anchorCtr="0" anchor="t" bIns="27000" lIns="54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7"/>
          <p:cNvSpPr/>
          <p:nvPr/>
        </p:nvSpPr>
        <p:spPr>
          <a:xfrm rot="-5400000">
            <a:off x="8085225" y="4207662"/>
            <a:ext cx="552965" cy="532916"/>
          </a:xfrm>
          <a:prstGeom prst="rect">
            <a:avLst/>
          </a:prstGeom>
        </p:spPr>
        <p:txBody>
          <a:bodyPr>
            <a:prstTxWarp prst="textPlain"/>
          </a:bodyPr>
          <a:lstStyle/>
          <a:p>
            <a:pPr lvl="0" algn="ctr"/>
            <a:r>
              <a:rPr b="0" i="0">
                <a:ln>
                  <a:noFill/>
                </a:ln>
                <a:solidFill>
                  <a:schemeClr val="lt1"/>
                </a:solidFill>
                <a:latin typeface="PT Sans"/>
              </a:rPr>
              <a:t>НЕ ИСПОЛЬЗОВАТЬ</a:t>
            </a:r>
          </a:p>
        </p:txBody>
      </p:sp>
    </p:spTree>
  </p:cSld>
  <p:clrMapOvr>
    <a:masterClrMapping/>
  </p:clrMapOvr>
  <p:extLst>
    <p:ext uri="{DCECCB84-F9BA-43D5-87BE-67443E8EF086}">
      <p15:sldGuideLst>
        <p15:guide id="1" orient="horz" pos="429">
          <p15:clr>
            <a:srgbClr val="FBAE40"/>
          </p15:clr>
        </p15:guide>
        <p15:guide id="2" pos="29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p:cSld name="Заголовок и объект">
    <p:spTree>
      <p:nvGrpSpPr>
        <p:cNvPr id="38" name="Shape 38"/>
        <p:cNvGrpSpPr/>
        <p:nvPr/>
      </p:nvGrpSpPr>
      <p:grpSpPr>
        <a:xfrm>
          <a:off x="0" y="0"/>
          <a:ext cx="0" cy="0"/>
          <a:chOff x="0" y="0"/>
          <a:chExt cx="0" cy="0"/>
        </a:xfrm>
      </p:grpSpPr>
      <p:sp>
        <p:nvSpPr>
          <p:cNvPr id="39" name="Google Shape;39;p8"/>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8"/>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41" name="Google Shape;41;p8"/>
          <p:cNvSpPr txBox="1"/>
          <p:nvPr>
            <p:ph idx="1"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8"/>
          <p:cNvSpPr txBox="1"/>
          <p:nvPr>
            <p:ph idx="2" type="body"/>
          </p:nvPr>
        </p:nvSpPr>
        <p:spPr>
          <a:xfrm>
            <a:off x="440531" y="897564"/>
            <a:ext cx="8262900" cy="3564300"/>
          </a:xfrm>
          <a:prstGeom prst="rect">
            <a:avLst/>
          </a:prstGeom>
          <a:noFill/>
          <a:ln>
            <a:noFill/>
          </a:ln>
        </p:spPr>
        <p:txBody>
          <a:bodyPr anchorCtr="0" anchor="t" bIns="27000" lIns="54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429">
          <p15:clr>
            <a:srgbClr val="FBAE40"/>
          </p15:clr>
        </p15:guide>
        <p15:guide id="2" pos="29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p:cSld name="Два объекта">
    <p:spTree>
      <p:nvGrpSpPr>
        <p:cNvPr id="43" name="Shape 43"/>
        <p:cNvGrpSpPr/>
        <p:nvPr/>
      </p:nvGrpSpPr>
      <p:grpSpPr>
        <a:xfrm>
          <a:off x="0" y="0"/>
          <a:ext cx="0" cy="0"/>
          <a:chOff x="0" y="0"/>
          <a:chExt cx="0" cy="0"/>
        </a:xfrm>
      </p:grpSpPr>
      <p:sp>
        <p:nvSpPr>
          <p:cNvPr id="44" name="Google Shape;44;p9"/>
          <p:cNvSpPr txBox="1"/>
          <p:nvPr>
            <p:ph idx="1" type="body"/>
          </p:nvPr>
        </p:nvSpPr>
        <p:spPr>
          <a:xfrm>
            <a:off x="440531" y="897564"/>
            <a:ext cx="4023600" cy="35643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9"/>
          <p:cNvSpPr txBox="1"/>
          <p:nvPr>
            <p:ph idx="2" type="body"/>
          </p:nvPr>
        </p:nvSpPr>
        <p:spPr>
          <a:xfrm>
            <a:off x="4680012" y="897564"/>
            <a:ext cx="4017000" cy="35643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9"/>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47" name="Google Shape;47;p9"/>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8" name="Google Shape;48;p9"/>
          <p:cNvSpPr txBox="1"/>
          <p:nvPr>
            <p:ph idx="3"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заголовка и объекта">
  <p:cSld name="Два заголовка и объекта">
    <p:spTree>
      <p:nvGrpSpPr>
        <p:cNvPr id="49" name="Shape 49"/>
        <p:cNvGrpSpPr/>
        <p:nvPr/>
      </p:nvGrpSpPr>
      <p:grpSpPr>
        <a:xfrm>
          <a:off x="0" y="0"/>
          <a:ext cx="0" cy="0"/>
          <a:chOff x="0" y="0"/>
          <a:chExt cx="0" cy="0"/>
        </a:xfrm>
      </p:grpSpPr>
      <p:sp>
        <p:nvSpPr>
          <p:cNvPr id="50" name="Google Shape;50;p10"/>
          <p:cNvSpPr txBox="1"/>
          <p:nvPr>
            <p:ph idx="1" type="body"/>
          </p:nvPr>
        </p:nvSpPr>
        <p:spPr>
          <a:xfrm>
            <a:off x="440531" y="897564"/>
            <a:ext cx="4023600" cy="621600"/>
          </a:xfrm>
          <a:prstGeom prst="rect">
            <a:avLst/>
          </a:prstGeom>
          <a:noFill/>
          <a:ln>
            <a:noFill/>
          </a:ln>
        </p:spPr>
        <p:txBody>
          <a:bodyPr anchorCtr="0" anchor="b" bIns="27000" lIns="24300" spcFirstLastPara="1" rIns="0" wrap="square" tIns="27000">
            <a:normAutofit/>
          </a:bodyPr>
          <a:lstStyle>
            <a:lvl1pPr indent="-228600" lvl="0" marL="457200" algn="l">
              <a:lnSpc>
                <a:spcPct val="90000"/>
              </a:lnSpc>
              <a:spcBef>
                <a:spcPts val="800"/>
              </a:spcBef>
              <a:spcAft>
                <a:spcPts val="0"/>
              </a:spcAft>
              <a:buClr>
                <a:srgbClr val="05336E"/>
              </a:buClr>
              <a:buSzPts val="1800"/>
              <a:buNone/>
              <a:defRPr b="1" sz="1800"/>
            </a:lvl1pPr>
            <a:lvl2pPr indent="-228600" lvl="1" marL="914400" algn="l">
              <a:lnSpc>
                <a:spcPct val="90000"/>
              </a:lnSpc>
              <a:spcBef>
                <a:spcPts val="400"/>
              </a:spcBef>
              <a:spcAft>
                <a:spcPts val="0"/>
              </a:spcAft>
              <a:buClr>
                <a:srgbClr val="05336E"/>
              </a:buClr>
              <a:buSzPts val="1500"/>
              <a:buNone/>
              <a:defRPr b="1" sz="1500"/>
            </a:lvl2pPr>
            <a:lvl3pPr indent="-228600" lvl="2" marL="1371600" algn="l">
              <a:lnSpc>
                <a:spcPct val="90000"/>
              </a:lnSpc>
              <a:spcBef>
                <a:spcPts val="400"/>
              </a:spcBef>
              <a:spcAft>
                <a:spcPts val="0"/>
              </a:spcAft>
              <a:buClr>
                <a:srgbClr val="05336E"/>
              </a:buClr>
              <a:buSzPts val="1400"/>
              <a:buNone/>
              <a:defRPr b="1" sz="1400"/>
            </a:lvl3pPr>
            <a:lvl4pPr indent="-228600" lvl="3" marL="1828800" algn="l">
              <a:lnSpc>
                <a:spcPct val="90000"/>
              </a:lnSpc>
              <a:spcBef>
                <a:spcPts val="400"/>
              </a:spcBef>
              <a:spcAft>
                <a:spcPts val="0"/>
              </a:spcAft>
              <a:buClr>
                <a:srgbClr val="05336E"/>
              </a:buClr>
              <a:buSzPts val="1200"/>
              <a:buNone/>
              <a:defRPr b="1" sz="1200"/>
            </a:lvl4pPr>
            <a:lvl5pPr indent="-228600" lvl="4" marL="2286000" algn="l">
              <a:lnSpc>
                <a:spcPct val="90000"/>
              </a:lnSpc>
              <a:spcBef>
                <a:spcPts val="400"/>
              </a:spcBef>
              <a:spcAft>
                <a:spcPts val="0"/>
              </a:spcAft>
              <a:buClr>
                <a:srgbClr val="05336E"/>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1" name="Google Shape;51;p10"/>
          <p:cNvSpPr txBox="1"/>
          <p:nvPr>
            <p:ph idx="2" type="body"/>
          </p:nvPr>
        </p:nvSpPr>
        <p:spPr>
          <a:xfrm>
            <a:off x="440531" y="1519125"/>
            <a:ext cx="4023600" cy="29427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10"/>
          <p:cNvSpPr txBox="1"/>
          <p:nvPr>
            <p:ph idx="3" type="body"/>
          </p:nvPr>
        </p:nvSpPr>
        <p:spPr>
          <a:xfrm>
            <a:off x="4680012" y="897564"/>
            <a:ext cx="4023600" cy="621600"/>
          </a:xfrm>
          <a:prstGeom prst="rect">
            <a:avLst/>
          </a:prstGeom>
          <a:noFill/>
          <a:ln>
            <a:noFill/>
          </a:ln>
        </p:spPr>
        <p:txBody>
          <a:bodyPr anchorCtr="0" anchor="b" bIns="27000" lIns="24300" spcFirstLastPara="1" rIns="0" wrap="square" tIns="27000">
            <a:normAutofit/>
          </a:bodyPr>
          <a:lstStyle>
            <a:lvl1pPr indent="-228600" lvl="0" marL="457200" algn="l">
              <a:lnSpc>
                <a:spcPct val="90000"/>
              </a:lnSpc>
              <a:spcBef>
                <a:spcPts val="800"/>
              </a:spcBef>
              <a:spcAft>
                <a:spcPts val="0"/>
              </a:spcAft>
              <a:buClr>
                <a:srgbClr val="05336E"/>
              </a:buClr>
              <a:buSzPts val="1800"/>
              <a:buNone/>
              <a:defRPr b="1" sz="1800"/>
            </a:lvl1pPr>
            <a:lvl2pPr indent="-228600" lvl="1" marL="914400" algn="l">
              <a:lnSpc>
                <a:spcPct val="90000"/>
              </a:lnSpc>
              <a:spcBef>
                <a:spcPts val="400"/>
              </a:spcBef>
              <a:spcAft>
                <a:spcPts val="0"/>
              </a:spcAft>
              <a:buClr>
                <a:srgbClr val="05336E"/>
              </a:buClr>
              <a:buSzPts val="1500"/>
              <a:buNone/>
              <a:defRPr b="1" sz="1500"/>
            </a:lvl2pPr>
            <a:lvl3pPr indent="-228600" lvl="2" marL="1371600" algn="l">
              <a:lnSpc>
                <a:spcPct val="90000"/>
              </a:lnSpc>
              <a:spcBef>
                <a:spcPts val="400"/>
              </a:spcBef>
              <a:spcAft>
                <a:spcPts val="0"/>
              </a:spcAft>
              <a:buClr>
                <a:srgbClr val="05336E"/>
              </a:buClr>
              <a:buSzPts val="1400"/>
              <a:buNone/>
              <a:defRPr b="1" sz="1400"/>
            </a:lvl3pPr>
            <a:lvl4pPr indent="-228600" lvl="3" marL="1828800" algn="l">
              <a:lnSpc>
                <a:spcPct val="90000"/>
              </a:lnSpc>
              <a:spcBef>
                <a:spcPts val="400"/>
              </a:spcBef>
              <a:spcAft>
                <a:spcPts val="0"/>
              </a:spcAft>
              <a:buClr>
                <a:srgbClr val="05336E"/>
              </a:buClr>
              <a:buSzPts val="1200"/>
              <a:buNone/>
              <a:defRPr b="1" sz="1200"/>
            </a:lvl4pPr>
            <a:lvl5pPr indent="-228600" lvl="4" marL="2286000" algn="l">
              <a:lnSpc>
                <a:spcPct val="90000"/>
              </a:lnSpc>
              <a:spcBef>
                <a:spcPts val="400"/>
              </a:spcBef>
              <a:spcAft>
                <a:spcPts val="0"/>
              </a:spcAft>
              <a:buClr>
                <a:srgbClr val="05336E"/>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3" name="Google Shape;53;p10"/>
          <p:cNvSpPr txBox="1"/>
          <p:nvPr>
            <p:ph idx="4" type="body"/>
          </p:nvPr>
        </p:nvSpPr>
        <p:spPr>
          <a:xfrm>
            <a:off x="4680011" y="1519125"/>
            <a:ext cx="4023600" cy="29427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10"/>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55" name="Google Shape;55;p10"/>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10"/>
          <p:cNvSpPr txBox="1"/>
          <p:nvPr>
            <p:ph idx="5"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p:cSld name="Объект с подписью">
    <p:spTree>
      <p:nvGrpSpPr>
        <p:cNvPr id="57" name="Shape 57"/>
        <p:cNvGrpSpPr/>
        <p:nvPr/>
      </p:nvGrpSpPr>
      <p:grpSpPr>
        <a:xfrm>
          <a:off x="0" y="0"/>
          <a:ext cx="0" cy="0"/>
          <a:chOff x="0" y="0"/>
          <a:chExt cx="0" cy="0"/>
        </a:xfrm>
      </p:grpSpPr>
      <p:sp>
        <p:nvSpPr>
          <p:cNvPr id="58" name="Google Shape;58;p11"/>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59" name="Google Shape;59;p11"/>
          <p:cNvSpPr txBox="1"/>
          <p:nvPr>
            <p:ph idx="1" type="body"/>
          </p:nvPr>
        </p:nvSpPr>
        <p:spPr>
          <a:xfrm>
            <a:off x="440531" y="897564"/>
            <a:ext cx="3375300" cy="35643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1"/>
          <p:cNvSpPr txBox="1"/>
          <p:nvPr>
            <p:ph idx="2" type="body"/>
          </p:nvPr>
        </p:nvSpPr>
        <p:spPr>
          <a:xfrm>
            <a:off x="3923928" y="897564"/>
            <a:ext cx="4779600" cy="35643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 name="Google Shape;61;p11"/>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1"/>
          <p:cNvSpPr txBox="1"/>
          <p:nvPr>
            <p:ph idx="3"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p:cSld name="Рисунок с подписью">
    <p:spTree>
      <p:nvGrpSpPr>
        <p:cNvPr id="63" name="Shape 63"/>
        <p:cNvGrpSpPr/>
        <p:nvPr/>
      </p:nvGrpSpPr>
      <p:grpSpPr>
        <a:xfrm>
          <a:off x="0" y="0"/>
          <a:ext cx="0" cy="0"/>
          <a:chOff x="0" y="0"/>
          <a:chExt cx="0" cy="0"/>
        </a:xfrm>
      </p:grpSpPr>
      <p:sp>
        <p:nvSpPr>
          <p:cNvPr id="64" name="Google Shape;64;p12"/>
          <p:cNvSpPr/>
          <p:nvPr>
            <p:ph idx="2" type="pic"/>
          </p:nvPr>
        </p:nvSpPr>
        <p:spPr>
          <a:xfrm>
            <a:off x="3923928" y="897564"/>
            <a:ext cx="4779600" cy="3564300"/>
          </a:xfrm>
          <a:prstGeom prst="rect">
            <a:avLst/>
          </a:prstGeom>
          <a:noFill/>
          <a:ln>
            <a:noFill/>
          </a:ln>
        </p:spPr>
      </p:sp>
      <p:sp>
        <p:nvSpPr>
          <p:cNvPr id="65" name="Google Shape;65;p12"/>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66" name="Google Shape;66;p12"/>
          <p:cNvSpPr txBox="1"/>
          <p:nvPr>
            <p:ph idx="1" type="body"/>
          </p:nvPr>
        </p:nvSpPr>
        <p:spPr>
          <a:xfrm>
            <a:off x="440531" y="897564"/>
            <a:ext cx="3375300" cy="3564300"/>
          </a:xfrm>
          <a:prstGeom prst="rect">
            <a:avLst/>
          </a:prstGeom>
          <a:noFill/>
          <a:ln>
            <a:noFill/>
          </a:ln>
        </p:spPr>
        <p:txBody>
          <a:bodyPr anchorCtr="0" anchor="t" bIns="27000" lIns="243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2"/>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2"/>
          <p:cNvSpPr txBox="1"/>
          <p:nvPr>
            <p:ph idx="3"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Заголовок и объект">
  <p:cSld name="2_Заголовок и объект">
    <p:bg>
      <p:bgPr>
        <a:blipFill>
          <a:blip r:embed="rId2">
            <a:alphaModFix/>
          </a:blip>
          <a:stretch>
            <a:fillRect/>
          </a:stretch>
        </a:blip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algn="l">
              <a:lnSpc>
                <a:spcPct val="90000"/>
              </a:lnSpc>
              <a:spcBef>
                <a:spcPts val="0"/>
              </a:spcBef>
              <a:spcAft>
                <a:spcPts val="0"/>
              </a:spcAft>
              <a:buClr>
                <a:srgbClr val="05336E"/>
              </a:buClr>
              <a:buSzPts val="1400"/>
              <a:buFont typeface="PT Sans"/>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3"/>
          <p:cNvSpPr txBox="1"/>
          <p:nvPr>
            <p:ph idx="12" type="sldNum"/>
          </p:nvPr>
        </p:nvSpPr>
        <p:spPr>
          <a:xfrm>
            <a:off x="7596336" y="4804358"/>
            <a:ext cx="337500" cy="251700"/>
          </a:xfrm>
          <a:prstGeom prst="rect">
            <a:avLst/>
          </a:prstGeom>
          <a:noFill/>
          <a:ln>
            <a:noFill/>
          </a:ln>
        </p:spPr>
        <p:txBody>
          <a:bodyPr anchorCtr="0" anchor="t" bIns="34275" lIns="0" spcFirstLastPara="1" rIns="0" wrap="square" tIns="34275">
            <a:noAutofit/>
          </a:bodyPr>
          <a:lstStyle>
            <a:lvl1pPr indent="0" lvl="0"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chemeClr val="dk1"/>
              </a:buClr>
              <a:buSzPts val="1100"/>
              <a:buFont typeface="PT Sans"/>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
        <p:nvSpPr>
          <p:cNvPr id="72" name="Google Shape;72;p13"/>
          <p:cNvSpPr txBox="1"/>
          <p:nvPr>
            <p:ph idx="1" type="body"/>
          </p:nvPr>
        </p:nvSpPr>
        <p:spPr>
          <a:xfrm>
            <a:off x="440531" y="4788678"/>
            <a:ext cx="3375300" cy="273900"/>
          </a:xfrm>
          <a:prstGeom prst="rect">
            <a:avLst/>
          </a:prstGeom>
          <a:noFill/>
          <a:ln>
            <a:noFill/>
          </a:ln>
        </p:spPr>
        <p:txBody>
          <a:bodyPr anchorCtr="0" anchor="ctr" bIns="27000" lIns="24300" spcFirstLastPara="1" rIns="0" wrap="square" tIns="27000">
            <a:noAutofit/>
          </a:bodyPr>
          <a:lstStyle>
            <a:lvl1pPr indent="-228600" lvl="0" marL="457200" marR="0" algn="l">
              <a:lnSpc>
                <a:spcPct val="107142"/>
              </a:lnSpc>
              <a:spcBef>
                <a:spcPts val="0"/>
              </a:spcBef>
              <a:spcAft>
                <a:spcPts val="0"/>
              </a:spcAft>
              <a:buClr>
                <a:srgbClr val="05336E"/>
              </a:buClr>
              <a:buSzPts val="1100"/>
              <a:buFont typeface="Arial"/>
              <a:buNone/>
              <a:defRPr sz="1100">
                <a:solidFill>
                  <a:srgbClr val="05336E"/>
                </a:solidFill>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3"/>
          <p:cNvSpPr txBox="1"/>
          <p:nvPr>
            <p:ph idx="2" type="body"/>
          </p:nvPr>
        </p:nvSpPr>
        <p:spPr>
          <a:xfrm>
            <a:off x="440531" y="897564"/>
            <a:ext cx="8262900" cy="3564300"/>
          </a:xfrm>
          <a:prstGeom prst="rect">
            <a:avLst/>
          </a:prstGeom>
          <a:noFill/>
          <a:ln>
            <a:noFill/>
          </a:ln>
        </p:spPr>
        <p:txBody>
          <a:bodyPr anchorCtr="0" anchor="t" bIns="27000" lIns="5400" spcFirstLastPara="1" rIns="0" wrap="square" tIns="27000">
            <a:normAutofit/>
          </a:bodyPr>
          <a:lstStyle>
            <a:lvl1pPr indent="-228600" lvl="0" marL="457200" algn="l">
              <a:lnSpc>
                <a:spcPct val="90000"/>
              </a:lnSpc>
              <a:spcBef>
                <a:spcPts val="800"/>
              </a:spcBef>
              <a:spcAft>
                <a:spcPts val="0"/>
              </a:spcAft>
              <a:buClr>
                <a:srgbClr val="05336E"/>
              </a:buClr>
              <a:buSzPts val="1400"/>
              <a:buNone/>
              <a:defRPr/>
            </a:lvl1pPr>
            <a:lvl2pPr indent="-317500" lvl="1" marL="914400" algn="l">
              <a:lnSpc>
                <a:spcPct val="90000"/>
              </a:lnSpc>
              <a:spcBef>
                <a:spcPts val="400"/>
              </a:spcBef>
              <a:spcAft>
                <a:spcPts val="0"/>
              </a:spcAft>
              <a:buClr>
                <a:srgbClr val="05336E"/>
              </a:buClr>
              <a:buSzPts val="1400"/>
              <a:buChar char="•"/>
              <a:defRPr/>
            </a:lvl2pPr>
            <a:lvl3pPr indent="-317500" lvl="2" marL="1371600" algn="l">
              <a:lnSpc>
                <a:spcPct val="90000"/>
              </a:lnSpc>
              <a:spcBef>
                <a:spcPts val="400"/>
              </a:spcBef>
              <a:spcAft>
                <a:spcPts val="0"/>
              </a:spcAft>
              <a:buClr>
                <a:srgbClr val="05336E"/>
              </a:buClr>
              <a:buSzPts val="1400"/>
              <a:buChar char="•"/>
              <a:defRPr/>
            </a:lvl3pPr>
            <a:lvl4pPr indent="-317500" lvl="3" marL="1828800" algn="l">
              <a:lnSpc>
                <a:spcPct val="90000"/>
              </a:lnSpc>
              <a:spcBef>
                <a:spcPts val="400"/>
              </a:spcBef>
              <a:spcAft>
                <a:spcPts val="0"/>
              </a:spcAft>
              <a:buClr>
                <a:srgbClr val="05336E"/>
              </a:buClr>
              <a:buSzPts val="1400"/>
              <a:buChar char="•"/>
              <a:defRPr/>
            </a:lvl4pPr>
            <a:lvl5pPr indent="-317500" lvl="4" marL="2286000" algn="l">
              <a:lnSpc>
                <a:spcPct val="90000"/>
              </a:lnSpc>
              <a:spcBef>
                <a:spcPts val="400"/>
              </a:spcBef>
              <a:spcAft>
                <a:spcPts val="0"/>
              </a:spcAft>
              <a:buClr>
                <a:srgbClr val="05336E"/>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13"/>
          <p:cNvSpPr/>
          <p:nvPr/>
        </p:nvSpPr>
        <p:spPr>
          <a:xfrm rot="-5400000">
            <a:off x="8085225" y="4207662"/>
            <a:ext cx="552965" cy="532916"/>
          </a:xfrm>
          <a:prstGeom prst="rect">
            <a:avLst/>
          </a:prstGeom>
        </p:spPr>
        <p:txBody>
          <a:bodyPr>
            <a:prstTxWarp prst="textPlain"/>
          </a:bodyPr>
          <a:lstStyle/>
          <a:p>
            <a:pPr lvl="0" algn="ctr"/>
            <a:r>
              <a:rPr b="0" i="0">
                <a:ln>
                  <a:noFill/>
                </a:ln>
                <a:solidFill>
                  <a:schemeClr val="lt1"/>
                </a:solidFill>
                <a:latin typeface="PT Sans"/>
              </a:rPr>
              <a:t>НЕ ИСПОЛЬЗОВАТЬ</a:t>
            </a:r>
          </a:p>
        </p:txBody>
      </p:sp>
    </p:spTree>
  </p:cSld>
  <p:clrMapOvr>
    <a:masterClrMapping/>
  </p:clrMapOvr>
  <p:extLst>
    <p:ext uri="{DCECCB84-F9BA-43D5-87BE-67443E8EF086}">
      <p15:sldGuideLst>
        <p15:guide id="1" orient="horz" pos="429">
          <p15:clr>
            <a:srgbClr val="FBAE40"/>
          </p15:clr>
        </p15:guide>
        <p15:guide id="2" pos="29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1" type="obj">
  <p:cSld name="OBJECT">
    <p:spTree>
      <p:nvGrpSpPr>
        <p:cNvPr id="75" name="Shape 75"/>
        <p:cNvGrpSpPr/>
        <p:nvPr/>
      </p:nvGrpSpPr>
      <p:grpSpPr>
        <a:xfrm>
          <a:off x="0" y="0"/>
          <a:ext cx="0" cy="0"/>
          <a:chOff x="0" y="0"/>
          <a:chExt cx="0" cy="0"/>
        </a:xfrm>
      </p:grpSpPr>
      <p:sp>
        <p:nvSpPr>
          <p:cNvPr id="76" name="Google Shape;76;p14"/>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4"/>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9" name="Google Shape;79;p1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0" name="Google Shape;80;p1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81" name="Shape 81"/>
        <p:cNvGrpSpPr/>
        <p:nvPr/>
      </p:nvGrpSpPr>
      <p:grpSpPr>
        <a:xfrm>
          <a:off x="0" y="0"/>
          <a:ext cx="0" cy="0"/>
          <a:chOff x="0" y="0"/>
          <a:chExt cx="0" cy="0"/>
        </a:xfrm>
      </p:grpSpPr>
      <p:sp>
        <p:nvSpPr>
          <p:cNvPr id="82" name="Google Shape;82;p15"/>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5"/>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 name="Google Shape;84;p15"/>
          <p:cNvSpPr txBox="1"/>
          <p:nvPr>
            <p:ph idx="2" type="body"/>
          </p:nvPr>
        </p:nvSpPr>
        <p:spPr>
          <a:xfrm>
            <a:off x="629842" y="1878806"/>
            <a:ext cx="3868200" cy="2763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5"/>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6" name="Google Shape;86;p15"/>
          <p:cNvSpPr txBox="1"/>
          <p:nvPr>
            <p:ph idx="4" type="body"/>
          </p:nvPr>
        </p:nvSpPr>
        <p:spPr>
          <a:xfrm>
            <a:off x="4629150" y="1878806"/>
            <a:ext cx="3887400" cy="2763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1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9" name="Google Shape;89;p1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5.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theme" Target="../theme/theme1.xml"/><Relationship Id="rId16" Type="http://schemas.openxmlformats.org/officeDocument/2006/relationships/slideLayout" Target="../slideLayouts/slideLayout14.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40531" y="255824"/>
            <a:ext cx="8262900" cy="549000"/>
          </a:xfrm>
          <a:prstGeom prst="rect">
            <a:avLst/>
          </a:prstGeom>
          <a:noFill/>
          <a:ln>
            <a:noFill/>
          </a:ln>
        </p:spPr>
        <p:txBody>
          <a:bodyPr anchorCtr="0" anchor="ctr" bIns="27000" lIns="24300" spcFirstLastPara="1" rIns="0" wrap="square" tIns="27000">
            <a:normAutofit/>
          </a:bodyPr>
          <a:lstStyle>
            <a:lvl1pPr lvl="0" marR="0" rtl="0" algn="l">
              <a:lnSpc>
                <a:spcPct val="90000"/>
              </a:lnSpc>
              <a:spcBef>
                <a:spcPts val="0"/>
              </a:spcBef>
              <a:spcAft>
                <a:spcPts val="0"/>
              </a:spcAft>
              <a:buClr>
                <a:srgbClr val="05336E"/>
              </a:buClr>
              <a:buSzPts val="2400"/>
              <a:buFont typeface="PT Sans"/>
              <a:buNone/>
              <a:defRPr b="1" i="0" sz="2400" u="none" cap="none" strike="noStrike">
                <a:solidFill>
                  <a:srgbClr val="05336E"/>
                </a:solidFill>
                <a:latin typeface="PT Sans"/>
                <a:ea typeface="PT Sans"/>
                <a:cs typeface="PT Sans"/>
                <a:sym typeface="PT Sans"/>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40531" y="897564"/>
            <a:ext cx="8262900" cy="3564300"/>
          </a:xfrm>
          <a:prstGeom prst="rect">
            <a:avLst/>
          </a:prstGeom>
          <a:noFill/>
          <a:ln>
            <a:noFill/>
          </a:ln>
        </p:spPr>
        <p:txBody>
          <a:bodyPr anchorCtr="0" anchor="t" bIns="27000" lIns="5400" spcFirstLastPara="1" rIns="0" wrap="square" tIns="27000">
            <a:normAutofit/>
          </a:bodyPr>
          <a:lstStyle>
            <a:lvl1pPr indent="-228600" lvl="0" marL="457200" marR="0" rtl="0" algn="l">
              <a:lnSpc>
                <a:spcPct val="90000"/>
              </a:lnSpc>
              <a:spcBef>
                <a:spcPts val="800"/>
              </a:spcBef>
              <a:spcAft>
                <a:spcPts val="0"/>
              </a:spcAft>
              <a:buClr>
                <a:srgbClr val="05336E"/>
              </a:buClr>
              <a:buSzPts val="2100"/>
              <a:buFont typeface="Arial"/>
              <a:buNone/>
              <a:defRPr b="0" i="0" sz="2100" u="none" cap="none" strike="noStrike">
                <a:solidFill>
                  <a:srgbClr val="05336E"/>
                </a:solidFill>
                <a:latin typeface="PT Sans"/>
                <a:ea typeface="PT Sans"/>
                <a:cs typeface="PT Sans"/>
                <a:sym typeface="PT Sans"/>
              </a:defRPr>
            </a:lvl1pPr>
            <a:lvl2pPr indent="-361950" lvl="1" marL="914400" marR="0" rtl="0" algn="l">
              <a:lnSpc>
                <a:spcPct val="90000"/>
              </a:lnSpc>
              <a:spcBef>
                <a:spcPts val="400"/>
              </a:spcBef>
              <a:spcAft>
                <a:spcPts val="0"/>
              </a:spcAft>
              <a:buClr>
                <a:srgbClr val="05336E"/>
              </a:buClr>
              <a:buSzPts val="2100"/>
              <a:buFont typeface="Arial"/>
              <a:buChar char="•"/>
              <a:defRPr b="0" i="0" sz="2100" u="none" cap="none" strike="noStrike">
                <a:solidFill>
                  <a:srgbClr val="05336E"/>
                </a:solidFill>
                <a:latin typeface="PT Sans"/>
                <a:ea typeface="PT Sans"/>
                <a:cs typeface="PT Sans"/>
                <a:sym typeface="PT Sans"/>
              </a:defRPr>
            </a:lvl2pPr>
            <a:lvl3pPr indent="-361950" lvl="2" marL="1371600" marR="0" rtl="0" algn="l">
              <a:lnSpc>
                <a:spcPct val="90000"/>
              </a:lnSpc>
              <a:spcBef>
                <a:spcPts val="400"/>
              </a:spcBef>
              <a:spcAft>
                <a:spcPts val="0"/>
              </a:spcAft>
              <a:buClr>
                <a:srgbClr val="05336E"/>
              </a:buClr>
              <a:buSzPts val="2100"/>
              <a:buFont typeface="Arial"/>
              <a:buChar char="•"/>
              <a:defRPr b="0" i="0" sz="2100" u="none" cap="none" strike="noStrike">
                <a:solidFill>
                  <a:srgbClr val="05336E"/>
                </a:solidFill>
                <a:latin typeface="PT Sans"/>
                <a:ea typeface="PT Sans"/>
                <a:cs typeface="PT Sans"/>
                <a:sym typeface="PT Sans"/>
              </a:defRPr>
            </a:lvl3pPr>
            <a:lvl4pPr indent="-361950" lvl="3" marL="1828800" marR="0" rtl="0" algn="l">
              <a:lnSpc>
                <a:spcPct val="90000"/>
              </a:lnSpc>
              <a:spcBef>
                <a:spcPts val="400"/>
              </a:spcBef>
              <a:spcAft>
                <a:spcPts val="0"/>
              </a:spcAft>
              <a:buClr>
                <a:srgbClr val="05336E"/>
              </a:buClr>
              <a:buSzPts val="2100"/>
              <a:buFont typeface="Arial"/>
              <a:buChar char="•"/>
              <a:defRPr b="0" i="0" sz="2100" u="none" cap="none" strike="noStrike">
                <a:solidFill>
                  <a:srgbClr val="05336E"/>
                </a:solidFill>
                <a:latin typeface="PT Sans"/>
                <a:ea typeface="PT Sans"/>
                <a:cs typeface="PT Sans"/>
                <a:sym typeface="PT Sans"/>
              </a:defRPr>
            </a:lvl4pPr>
            <a:lvl5pPr indent="-361950" lvl="4" marL="2286000" marR="0" rtl="0" algn="l">
              <a:lnSpc>
                <a:spcPct val="90000"/>
              </a:lnSpc>
              <a:spcBef>
                <a:spcPts val="400"/>
              </a:spcBef>
              <a:spcAft>
                <a:spcPts val="0"/>
              </a:spcAft>
              <a:buClr>
                <a:srgbClr val="05336E"/>
              </a:buClr>
              <a:buSzPts val="2100"/>
              <a:buFont typeface="Arial"/>
              <a:buChar char="•"/>
              <a:defRPr b="0" i="0" sz="2100" u="none" cap="none" strike="noStrike">
                <a:solidFill>
                  <a:srgbClr val="05336E"/>
                </a:solidFill>
                <a:latin typeface="PT Sans"/>
                <a:ea typeface="PT Sans"/>
                <a:cs typeface="PT Sans"/>
                <a:sym typeface="PT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T Sans"/>
                <a:ea typeface="PT Sans"/>
                <a:cs typeface="PT Sans"/>
                <a:sym typeface="PT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T Sans"/>
                <a:ea typeface="PT Sans"/>
                <a:cs typeface="PT Sans"/>
                <a:sym typeface="PT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T Sans"/>
                <a:ea typeface="PT Sans"/>
                <a:cs typeface="PT Sans"/>
                <a:sym typeface="PT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PT Sans"/>
                <a:ea typeface="PT Sans"/>
                <a:cs typeface="PT Sans"/>
                <a:sym typeface="PT Sans"/>
              </a:defRPr>
            </a:lvl9pPr>
          </a:lstStyle>
          <a:p/>
        </p:txBody>
      </p:sp>
      <p:sp>
        <p:nvSpPr>
          <p:cNvPr id="8" name="Google Shape;8;p1"/>
          <p:cNvSpPr txBox="1"/>
          <p:nvPr>
            <p:ph idx="12" type="sldNum"/>
          </p:nvPr>
        </p:nvSpPr>
        <p:spPr>
          <a:xfrm>
            <a:off x="8365965" y="4804358"/>
            <a:ext cx="337500" cy="251700"/>
          </a:xfrm>
          <a:prstGeom prst="rect">
            <a:avLst/>
          </a:prstGeom>
          <a:noFill/>
          <a:ln>
            <a:noFill/>
          </a:ln>
        </p:spPr>
        <p:txBody>
          <a:bodyPr anchorCtr="0" anchor="t" bIns="34275" lIns="0" spcFirstLastPara="1" rIns="0" wrap="square" tIns="342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ru"/>
              <a:t>‹#›</a:t>
            </a:fld>
            <a:endParaRPr/>
          </a:p>
        </p:txBody>
      </p:sp>
      <p:pic>
        <p:nvPicPr>
          <p:cNvPr id="9" name="Google Shape;9;p1"/>
          <p:cNvPicPr preferRelativeResize="0"/>
          <p:nvPr/>
        </p:nvPicPr>
        <p:blipFill rotWithShape="1">
          <a:blip r:embed="rId2">
            <a:alphaModFix/>
          </a:blip>
          <a:srcRect b="0" l="0" r="0" t="0"/>
          <a:stretch/>
        </p:blipFill>
        <p:spPr>
          <a:xfrm>
            <a:off x="0" y="255825"/>
            <a:ext cx="393602" cy="39360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743">
          <p15:clr>
            <a:srgbClr val="F26B43"/>
          </p15:clr>
        </p15:guide>
        <p15:guide id="2" pos="3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alg@moevm.inf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mailto:alg@moevm.info" TargetMode="External"/><Relationship Id="rId4" Type="http://schemas.openxmlformats.org/officeDocument/2006/relationships/hyperlink" Target="mailto:dmitry.ivanov@moevm.info" TargetMode="External"/><Relationship Id="rId5" Type="http://schemas.openxmlformats.org/officeDocument/2006/relationships/hyperlink" Target="mailto:ivan.shalaginov@moevm.inf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ru"/>
              <a:t>Сортировка Timsort</a:t>
            </a:r>
            <a:endParaRPr/>
          </a:p>
        </p:txBody>
      </p:sp>
      <p:sp>
        <p:nvSpPr>
          <p:cNvPr id="95" name="Google Shape;95;p16"/>
          <p:cNvSpPr txBox="1"/>
          <p:nvPr>
            <p:ph idx="1" type="subTitle"/>
          </p:nvPr>
        </p:nvSpPr>
        <p:spPr>
          <a:xfrm>
            <a:off x="165075" y="3097350"/>
            <a:ext cx="8835900" cy="1385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ru"/>
              <a:t>Для вопросов по курсу:  </a:t>
            </a:r>
            <a:endParaRPr/>
          </a:p>
          <a:p>
            <a:pPr indent="-368300" lvl="0" marL="457200" rtl="0" algn="l">
              <a:lnSpc>
                <a:spcPct val="100000"/>
              </a:lnSpc>
              <a:spcBef>
                <a:spcPts val="0"/>
              </a:spcBef>
              <a:spcAft>
                <a:spcPts val="0"/>
              </a:spcAft>
              <a:buSzPts val="2200"/>
              <a:buChar char="➢"/>
            </a:pPr>
            <a:r>
              <a:rPr lang="ru" sz="2200"/>
              <a:t>Почта дисциплины - </a:t>
            </a:r>
            <a:r>
              <a:rPr lang="ru" sz="2200" u="sng">
                <a:solidFill>
                  <a:schemeClr val="hlink"/>
                </a:solidFill>
                <a:hlinkClick r:id="rId3"/>
              </a:rPr>
              <a:t>alg@moevm.info</a:t>
            </a:r>
            <a:endParaRPr sz="2200"/>
          </a:p>
          <a:p>
            <a:pPr indent="0" lvl="0" marL="0" rtl="0" algn="l">
              <a:lnSpc>
                <a:spcPct val="100000"/>
              </a:lnSpc>
              <a:spcBef>
                <a:spcPts val="0"/>
              </a:spcBef>
              <a:spcAft>
                <a:spcPts val="0"/>
              </a:spcAft>
              <a:buSzPts val="2400"/>
              <a:buNone/>
            </a:pPr>
            <a:r>
              <a:rPr lang="ru"/>
              <a:t>Префикс в теме письма [ALG_43XX]</a:t>
            </a:r>
            <a:endParaRPr/>
          </a:p>
        </p:txBody>
      </p:sp>
      <p:sp>
        <p:nvSpPr>
          <p:cNvPr id="96" name="Google Shape;96;p16"/>
          <p:cNvSpPr txBox="1"/>
          <p:nvPr/>
        </p:nvSpPr>
        <p:spPr>
          <a:xfrm>
            <a:off x="584675" y="94400"/>
            <a:ext cx="8520600" cy="905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0" i="1" lang="ru" sz="1800" u="none" cap="none" strike="noStrike">
                <a:solidFill>
                  <a:schemeClr val="lt1"/>
                </a:solidFill>
                <a:latin typeface="Proxima Nova"/>
                <a:ea typeface="Proxima Nova"/>
                <a:cs typeface="Proxima Nova"/>
                <a:sym typeface="Proxima Nova"/>
              </a:rPr>
              <a:t>СПбГЭТУ “ЛЭТИ”, ФКТИ, МОЭВМ</a:t>
            </a:r>
            <a:endParaRPr b="0" i="1" sz="1800" u="none" cap="none" strike="noStrike">
              <a:solidFill>
                <a:schemeClr val="lt1"/>
              </a:solidFill>
              <a:latin typeface="Proxima Nova"/>
              <a:ea typeface="Proxima Nova"/>
              <a:cs typeface="Proxima Nova"/>
              <a:sym typeface="Proxima Nova"/>
            </a:endParaRPr>
          </a:p>
          <a:p>
            <a:pPr indent="0" lvl="0" marL="0" marR="0" rtl="0" algn="r">
              <a:lnSpc>
                <a:spcPct val="100000"/>
              </a:lnSpc>
              <a:spcBef>
                <a:spcPts val="0"/>
              </a:spcBef>
              <a:spcAft>
                <a:spcPts val="0"/>
              </a:spcAft>
              <a:buClr>
                <a:srgbClr val="000000"/>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800"/>
              <a:buFont typeface="Arial"/>
              <a:buNone/>
            </a:pPr>
            <a:r>
              <a:t/>
            </a:r>
            <a:endParaRPr b="0" i="1" sz="18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Что такое Timsort?</a:t>
            </a:r>
            <a:endParaRPr/>
          </a:p>
        </p:txBody>
      </p:sp>
      <p:sp>
        <p:nvSpPr>
          <p:cNvPr id="102" name="Google Shape;102;p17"/>
          <p:cNvSpPr txBox="1"/>
          <p:nvPr>
            <p:ph idx="1" type="body"/>
          </p:nvPr>
        </p:nvSpPr>
        <p:spPr>
          <a:xfrm>
            <a:off x="311700" y="1076275"/>
            <a:ext cx="85206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SzPts val="1800"/>
              <a:buNone/>
            </a:pPr>
            <a:r>
              <a:rPr lang="ru" sz="1900">
                <a:solidFill>
                  <a:srgbClr val="000000"/>
                </a:solidFill>
              </a:rPr>
              <a:t>Timsort — гибридный алгоритм сортировки, сочетающий различные подходы. </a:t>
            </a:r>
            <a:endParaRPr sz="1900">
              <a:solidFill>
                <a:srgbClr val="000000"/>
              </a:solidFill>
            </a:endParaRPr>
          </a:p>
          <a:p>
            <a:pPr indent="0" lvl="0" marL="0" marR="0" rtl="0" algn="l">
              <a:lnSpc>
                <a:spcPct val="150000"/>
              </a:lnSpc>
              <a:spcBef>
                <a:spcPts val="0"/>
              </a:spcBef>
              <a:spcAft>
                <a:spcPts val="0"/>
              </a:spcAft>
              <a:buSzPts val="1800"/>
              <a:buNone/>
            </a:pPr>
            <a:r>
              <a:rPr lang="ru" sz="1900">
                <a:solidFill>
                  <a:srgbClr val="000000"/>
                </a:solidFill>
              </a:rPr>
              <a:t>На массивах данных, которые содержат упорядоченные подмассивы, данный алгоритм показывает себя намного лучше других сортировок.</a:t>
            </a:r>
            <a:endParaRPr sz="1900">
              <a:solidFill>
                <a:srgbClr val="000000"/>
              </a:solidFill>
            </a:endParaRPr>
          </a:p>
        </p:txBody>
      </p:sp>
      <p:sp>
        <p:nvSpPr>
          <p:cNvPr id="103" name="Google Shape;10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Идея алгоритма</a:t>
            </a:r>
            <a:endParaRPr/>
          </a:p>
        </p:txBody>
      </p:sp>
      <p:sp>
        <p:nvSpPr>
          <p:cNvPr id="109" name="Google Shape;109;p18"/>
          <p:cNvSpPr txBox="1"/>
          <p:nvPr>
            <p:ph idx="1" type="body"/>
          </p:nvPr>
        </p:nvSpPr>
        <p:spPr>
          <a:xfrm>
            <a:off x="311700" y="1076275"/>
            <a:ext cx="8520600" cy="26706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50000"/>
              </a:lnSpc>
              <a:spcBef>
                <a:spcPts val="0"/>
              </a:spcBef>
              <a:spcAft>
                <a:spcPts val="0"/>
              </a:spcAft>
              <a:buClr>
                <a:srgbClr val="000000"/>
              </a:buClr>
              <a:buSzPts val="1900"/>
              <a:buChar char="➢"/>
            </a:pPr>
            <a:r>
              <a:rPr lang="ru" sz="1900">
                <a:solidFill>
                  <a:srgbClr val="000000"/>
                </a:solidFill>
              </a:rPr>
              <a:t>Шаг 1. Входной массив разделяется на подмассивы фиксированной длины, вычисляемой определенным образом.</a:t>
            </a:r>
            <a:endParaRPr sz="1900">
              <a:solidFill>
                <a:srgbClr val="000000"/>
              </a:solidFill>
            </a:endParaRPr>
          </a:p>
          <a:p>
            <a:pPr indent="-349250" lvl="0" marL="457200" marR="0" rtl="0" algn="l">
              <a:lnSpc>
                <a:spcPct val="150000"/>
              </a:lnSpc>
              <a:spcBef>
                <a:spcPts val="0"/>
              </a:spcBef>
              <a:spcAft>
                <a:spcPts val="0"/>
              </a:spcAft>
              <a:buClr>
                <a:srgbClr val="000000"/>
              </a:buClr>
              <a:buSzPts val="1900"/>
              <a:buChar char="➢"/>
            </a:pPr>
            <a:r>
              <a:rPr lang="ru" sz="1900">
                <a:solidFill>
                  <a:srgbClr val="000000"/>
                </a:solidFill>
              </a:rPr>
              <a:t>Шаг 2. Каждый подмассив сортируется сортировкой вставками, сортировкой пузырьком или любой другой устойчивой сортировкой.</a:t>
            </a:r>
            <a:endParaRPr sz="1900">
              <a:solidFill>
                <a:srgbClr val="000000"/>
              </a:solidFill>
            </a:endParaRPr>
          </a:p>
          <a:p>
            <a:pPr indent="-349250" lvl="0" marL="457200" marR="0" rtl="0" algn="l">
              <a:lnSpc>
                <a:spcPct val="150000"/>
              </a:lnSpc>
              <a:spcBef>
                <a:spcPts val="0"/>
              </a:spcBef>
              <a:spcAft>
                <a:spcPts val="0"/>
              </a:spcAft>
              <a:buClr>
                <a:srgbClr val="000000"/>
              </a:buClr>
              <a:buSzPts val="1900"/>
              <a:buChar char="➢"/>
            </a:pPr>
            <a:r>
              <a:rPr lang="ru" sz="1900">
                <a:solidFill>
                  <a:srgbClr val="000000"/>
                </a:solidFill>
              </a:rPr>
              <a:t>Шаг 3. Отсортированные подмассивы объединяются в один массив с помощью модифицированной сортировки слиянием.</a:t>
            </a:r>
            <a:endParaRPr sz="1900">
              <a:solidFill>
                <a:srgbClr val="000000"/>
              </a:solidFill>
            </a:endParaRPr>
          </a:p>
        </p:txBody>
      </p:sp>
      <p:sp>
        <p:nvSpPr>
          <p:cNvPr id="110" name="Google Shape;11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Обозначения</a:t>
            </a:r>
            <a:endParaRPr/>
          </a:p>
        </p:txBody>
      </p:sp>
      <p:sp>
        <p:nvSpPr>
          <p:cNvPr id="116" name="Google Shape;116;p19"/>
          <p:cNvSpPr txBox="1"/>
          <p:nvPr>
            <p:ph idx="1" type="body"/>
          </p:nvPr>
        </p:nvSpPr>
        <p:spPr>
          <a:xfrm>
            <a:off x="311700" y="1076275"/>
            <a:ext cx="8520600" cy="354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Введем следующие обозначения:</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n — размер входного массива.</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run — подмассив во входном массиве, который обязан быть упорядоченным одним из двух способов:</a:t>
            </a:r>
            <a:endParaRPr sz="1900">
              <a:solidFill>
                <a:srgbClr val="000000"/>
              </a:solidFill>
            </a:endParaRPr>
          </a:p>
          <a:p>
            <a:pPr indent="-349250" lvl="0" marL="457200" rtl="0" algn="l">
              <a:lnSpc>
                <a:spcPct val="150000"/>
              </a:lnSpc>
              <a:spcBef>
                <a:spcPts val="0"/>
              </a:spcBef>
              <a:spcAft>
                <a:spcPts val="0"/>
              </a:spcAft>
              <a:buClr>
                <a:srgbClr val="000000"/>
              </a:buClr>
              <a:buSzPts val="1900"/>
              <a:buAutoNum type="arabicPeriod"/>
            </a:pPr>
            <a:r>
              <a:rPr lang="ru" sz="1900">
                <a:solidFill>
                  <a:srgbClr val="000000"/>
                </a:solidFill>
              </a:rPr>
              <a:t>строго по убыванию ai&gt;ai+1&gt;… </a:t>
            </a:r>
            <a:endParaRPr sz="1900">
              <a:solidFill>
                <a:srgbClr val="000000"/>
              </a:solidFill>
            </a:endParaRPr>
          </a:p>
          <a:p>
            <a:pPr indent="-349250" lvl="0" marL="457200" rtl="0" algn="l">
              <a:lnSpc>
                <a:spcPct val="150000"/>
              </a:lnSpc>
              <a:spcBef>
                <a:spcPts val="0"/>
              </a:spcBef>
              <a:spcAft>
                <a:spcPts val="0"/>
              </a:spcAft>
              <a:buClr>
                <a:srgbClr val="000000"/>
              </a:buClr>
              <a:buSzPts val="1900"/>
              <a:buAutoNum type="arabicPeriod"/>
            </a:pPr>
            <a:r>
              <a:rPr lang="ru" sz="1900">
                <a:solidFill>
                  <a:srgbClr val="000000"/>
                </a:solidFill>
              </a:rPr>
              <a:t>нестрого по возрастанию ai⩽ai+1⩽…</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minrun — минимальный размер подмассива, описанного в предыдущем пункте.</a:t>
            </a:r>
            <a:endParaRPr sz="1900">
              <a:solidFill>
                <a:srgbClr val="000000"/>
              </a:solidFill>
            </a:endParaRPr>
          </a:p>
        </p:txBody>
      </p:sp>
      <p:sp>
        <p:nvSpPr>
          <p:cNvPr id="117" name="Google Shape;117;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1. Вычисление minrun</a:t>
            </a:r>
            <a:endParaRPr/>
          </a:p>
        </p:txBody>
      </p:sp>
      <p:sp>
        <p:nvSpPr>
          <p:cNvPr id="123" name="Google Shape;123;p20"/>
          <p:cNvSpPr txBox="1"/>
          <p:nvPr>
            <p:ph idx="1" type="body"/>
          </p:nvPr>
        </p:nvSpPr>
        <p:spPr>
          <a:xfrm>
            <a:off x="311700" y="1076275"/>
            <a:ext cx="8520600" cy="354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Число minrun определяется на основе n.</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Оно не должно быть слишком большим, т.к. сортировка вставками неэффективна на больших данных.</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Не должно быть слишком маленьким, т.к. иначе придется производить много итерация слияния. </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Оптимальная величина для n/minrun — степень двойки. Это требование обусловлено тем, что алгоритм слияния подмассивов наиболее эффективно работает на подмассивах примерно равного размера.</a:t>
            </a:r>
            <a:endParaRPr sz="1900">
              <a:solidFill>
                <a:srgbClr val="000000"/>
              </a:solidFill>
            </a:endParaRPr>
          </a:p>
        </p:txBody>
      </p:sp>
      <p:sp>
        <p:nvSpPr>
          <p:cNvPr id="124" name="Google Shape;1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1. Вычисление minrun</a:t>
            </a:r>
            <a:endParaRPr/>
          </a:p>
        </p:txBody>
      </p:sp>
      <p:sp>
        <p:nvSpPr>
          <p:cNvPr id="130" name="Google Shape;130;p21"/>
          <p:cNvSpPr txBox="1"/>
          <p:nvPr>
            <p:ph idx="1" type="body"/>
          </p:nvPr>
        </p:nvSpPr>
        <p:spPr>
          <a:xfrm>
            <a:off x="311700" y="1076275"/>
            <a:ext cx="5845800" cy="310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Автором алгоритма было выбрано оптимальное значение, которое принадлежит диапазону [32;65)</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Исключение: если n&lt;64, тогда n=minrun и Timsort превращается в сортировку вставками.</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Берем старшие 6 бит числа n и добавляем единицу, если в оставшихся младших битах есть хотя бы один ненулевой.</a:t>
            </a:r>
            <a:endParaRPr sz="1900">
              <a:solidFill>
                <a:srgbClr val="000000"/>
              </a:solidFill>
            </a:endParaRPr>
          </a:p>
        </p:txBody>
      </p:sp>
      <p:sp>
        <p:nvSpPr>
          <p:cNvPr id="131" name="Google Shape;1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pic>
        <p:nvPicPr>
          <p:cNvPr id="132" name="Google Shape;132;p21"/>
          <p:cNvPicPr preferRelativeResize="0"/>
          <p:nvPr/>
        </p:nvPicPr>
        <p:blipFill rotWithShape="1">
          <a:blip r:embed="rId3">
            <a:alphaModFix/>
          </a:blip>
          <a:srcRect b="0" l="0" r="0" t="0"/>
          <a:stretch/>
        </p:blipFill>
        <p:spPr>
          <a:xfrm>
            <a:off x="6309900" y="1410300"/>
            <a:ext cx="2681700" cy="18724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2. Разбиение на подмассивы и их сортировка</a:t>
            </a:r>
            <a:endParaRPr/>
          </a:p>
        </p:txBody>
      </p:sp>
      <p:sp>
        <p:nvSpPr>
          <p:cNvPr id="138" name="Google Shape;138;p22"/>
          <p:cNvSpPr txBox="1"/>
          <p:nvPr>
            <p:ph idx="1" type="body"/>
          </p:nvPr>
        </p:nvSpPr>
        <p:spPr>
          <a:xfrm>
            <a:off x="311700" y="1589175"/>
            <a:ext cx="8520600" cy="179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Начиная с первого элемента, во входном массиве идет поиск упорядоченного подмассива run. Если получившийся подмассив упорядочен по убыванию, то после вычисления run для текущего массива элементы переставляются так, чтобы они шли по возрастанию.</a:t>
            </a:r>
            <a:endParaRPr sz="1900">
              <a:solidFill>
                <a:srgbClr val="000000"/>
              </a:solidFill>
            </a:endParaRPr>
          </a:p>
        </p:txBody>
      </p:sp>
      <p:sp>
        <p:nvSpPr>
          <p:cNvPr id="139" name="Google Shape;13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2. Разбиение на подмассивы и их сортировка</a:t>
            </a:r>
            <a:endParaRPr/>
          </a:p>
        </p:txBody>
      </p:sp>
      <p:sp>
        <p:nvSpPr>
          <p:cNvPr id="145" name="Google Shape;145;p23"/>
          <p:cNvSpPr txBox="1"/>
          <p:nvPr>
            <p:ph idx="1" type="body"/>
          </p:nvPr>
        </p:nvSpPr>
        <p:spPr>
          <a:xfrm>
            <a:off x="311700" y="1561975"/>
            <a:ext cx="8520600" cy="179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Если размер текущего run меньше minrun, тогда выбираются следующие за найденным подмассивом run элементы в количестве minrun−size(run). На выходе будет получен подмассив размером большим или равным minrun, часть которого (в лучшем случае — он весь) упорядочена.</a:t>
            </a:r>
            <a:endParaRPr sz="1900">
              <a:solidFill>
                <a:srgbClr val="000000"/>
              </a:solidFill>
            </a:endParaRPr>
          </a:p>
        </p:txBody>
      </p:sp>
      <p:sp>
        <p:nvSpPr>
          <p:cNvPr id="146" name="Google Shape;14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2. Разбиение на подмассивы и их сортировка</a:t>
            </a:r>
            <a:endParaRPr/>
          </a:p>
        </p:txBody>
      </p:sp>
      <p:sp>
        <p:nvSpPr>
          <p:cNvPr id="152" name="Google Shape;152;p24"/>
          <p:cNvSpPr txBox="1"/>
          <p:nvPr>
            <p:ph idx="1" type="body"/>
          </p:nvPr>
        </p:nvSpPr>
        <p:spPr>
          <a:xfrm>
            <a:off x="311700" y="1076275"/>
            <a:ext cx="8520600" cy="267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К данному подмассиву применяем сортировку вставками. Так как размер подмассива невелик и часть его уже упорядочена — сортировка работает эффективно.</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Переходим на следующий за подмассивом элемент.</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Если конец входного массива не достигнут выполняем процедуру еще раз, но уже начиная с нового элемента.</a:t>
            </a:r>
            <a:endParaRPr sz="1900">
              <a:solidFill>
                <a:srgbClr val="000000"/>
              </a:solidFill>
            </a:endParaRPr>
          </a:p>
        </p:txBody>
      </p:sp>
      <p:sp>
        <p:nvSpPr>
          <p:cNvPr id="153" name="Google Shape;15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3. Слияние подмассивов</a:t>
            </a:r>
            <a:endParaRPr/>
          </a:p>
        </p:txBody>
      </p:sp>
      <p:sp>
        <p:nvSpPr>
          <p:cNvPr id="159" name="Google Shape;159;p25"/>
          <p:cNvSpPr txBox="1"/>
          <p:nvPr>
            <p:ph idx="1" type="body"/>
          </p:nvPr>
        </p:nvSpPr>
        <p:spPr>
          <a:xfrm>
            <a:off x="311700" y="1675200"/>
            <a:ext cx="8520600" cy="1793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Для оптимизации слияния алгоритм сортировки TimSort использует определенный порядок слияния блоков. Его основная идея заключается в слиянии блоков схожего размера.</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Сам алгоритм можно описать следующим образом:</a:t>
            </a:r>
            <a:endParaRPr sz="1900">
              <a:solidFill>
                <a:srgbClr val="000000"/>
              </a:solidFill>
            </a:endParaRPr>
          </a:p>
        </p:txBody>
      </p:sp>
      <p:sp>
        <p:nvSpPr>
          <p:cNvPr id="160" name="Google Shape;16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3. Слияние подмассивов. Описание алгоритма</a:t>
            </a:r>
            <a:endParaRPr/>
          </a:p>
        </p:txBody>
      </p:sp>
      <p:sp>
        <p:nvSpPr>
          <p:cNvPr id="166" name="Google Shape;166;p26"/>
          <p:cNvSpPr txBox="1"/>
          <p:nvPr>
            <p:ph idx="1" type="body"/>
          </p:nvPr>
        </p:nvSpPr>
        <p:spPr>
          <a:xfrm>
            <a:off x="311700" y="1675200"/>
            <a:ext cx="8520600" cy="267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1. Создается стек блоков</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2. В стек добавляется следующий блок</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3. Если в стеке есть хотя бы 2 блока, то проверяются следующие инварианты:</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Z &gt; X + Y (проверяется, если в стеке есть хотя бы 3 блока)</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Y &gt; X,</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где X, Y и Z - размеры 1-го, 2-го и 3-го блока в стеке соответственно.</a:t>
            </a:r>
            <a:endParaRPr sz="1900">
              <a:solidFill>
                <a:srgbClr val="000000"/>
              </a:solidFill>
            </a:endParaRPr>
          </a:p>
        </p:txBody>
      </p:sp>
      <p:sp>
        <p:nvSpPr>
          <p:cNvPr id="167" name="Google Shape;16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3. Слияние подмассивов. Описание алгоритма</a:t>
            </a:r>
            <a:endParaRPr/>
          </a:p>
        </p:txBody>
      </p:sp>
      <p:sp>
        <p:nvSpPr>
          <p:cNvPr id="173" name="Google Shape;173;p27"/>
          <p:cNvSpPr txBox="1"/>
          <p:nvPr>
            <p:ph idx="1" type="body"/>
          </p:nvPr>
        </p:nvSpPr>
        <p:spPr>
          <a:xfrm>
            <a:off x="311700" y="1675200"/>
            <a:ext cx="8520600" cy="223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Если хотя бы одно условие не выполняется, то блок Y сливается с наименьшим из X и Z (либо с X, если блока всего 2). </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Данный шаг выполняется, пока не будут выполнены инварианты (либо станет меньше 2-х блоков)</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4. Переход к шагу 2</a:t>
            </a:r>
            <a:endParaRPr sz="1900">
              <a:solidFill>
                <a:srgbClr val="000000"/>
              </a:solidFill>
            </a:endParaRPr>
          </a:p>
        </p:txBody>
      </p:sp>
      <p:sp>
        <p:nvSpPr>
          <p:cNvPr id="174" name="Google Shape;17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Шаг 3. Слияние подмассивов. Описание алгоритма</a:t>
            </a:r>
            <a:endParaRPr/>
          </a:p>
        </p:txBody>
      </p:sp>
      <p:sp>
        <p:nvSpPr>
          <p:cNvPr id="180" name="Google Shape;180;p28"/>
          <p:cNvSpPr txBox="1"/>
          <p:nvPr>
            <p:ph idx="1" type="body"/>
          </p:nvPr>
        </p:nvSpPr>
        <p:spPr>
          <a:xfrm>
            <a:off x="311700" y="1808425"/>
            <a:ext cx="8520600" cy="1354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Если после выполнения алгоритма в стеке остались блоки, то рассматриваются блоки X, Y и Z и блок Y сливается с наименьшим из X и Z, и так до опустошения стека.</a:t>
            </a:r>
            <a:endParaRPr sz="1900">
              <a:solidFill>
                <a:srgbClr val="000000"/>
              </a:solidFill>
            </a:endParaRPr>
          </a:p>
        </p:txBody>
      </p:sp>
      <p:sp>
        <p:nvSpPr>
          <p:cNvPr id="181" name="Google Shape;18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Оптимизация алгоритма - галоп</a:t>
            </a:r>
            <a:endParaRPr/>
          </a:p>
        </p:txBody>
      </p:sp>
      <p:sp>
        <p:nvSpPr>
          <p:cNvPr id="187" name="Google Shape;187;p29"/>
          <p:cNvSpPr txBox="1"/>
          <p:nvPr>
            <p:ph idx="1" type="body"/>
          </p:nvPr>
        </p:nvSpPr>
        <p:spPr>
          <a:xfrm>
            <a:off x="311700" y="1129025"/>
            <a:ext cx="8520600" cy="354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Рассмотрим один пример.</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Пусть первый блок A равен [1, 2, ..., 100], а второй B - [200, 201, ..., 300].</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Очевидно, что после слияния итоговый массив примет вид A|B, но обычный алгоритм слияния потребует 100 операций сравнения. Поэтому если в определенный момент возникнет ситуация, что элементы берутся только из одного блока (например, если было взято 7 элементов подряд), можно сделать предположение, что данная зависимость продолжится.</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Для проверки данной гипотезы и используется режим галопа. </a:t>
            </a:r>
            <a:endParaRPr sz="1900">
              <a:solidFill>
                <a:srgbClr val="000000"/>
              </a:solidFill>
            </a:endParaRPr>
          </a:p>
        </p:txBody>
      </p:sp>
      <p:sp>
        <p:nvSpPr>
          <p:cNvPr id="188" name="Google Shape;18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Оптимизация алгоритма - галоп</a:t>
            </a:r>
            <a:endParaRPr/>
          </a:p>
        </p:txBody>
      </p:sp>
      <p:sp>
        <p:nvSpPr>
          <p:cNvPr id="194" name="Google Shape;194;p30"/>
          <p:cNvSpPr txBox="1"/>
          <p:nvPr>
            <p:ph idx="1" type="body"/>
          </p:nvPr>
        </p:nvSpPr>
        <p:spPr>
          <a:xfrm>
            <a:off x="682325" y="1066575"/>
            <a:ext cx="8520600" cy="354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В данном примере после слияния 7 из блока A слияние переходит в режим галопа, который ищет элементы после 7 меньше текущего элемента из блока B (200). Заметим, что блоки отсортированы, поэтому вместо обычного линейного поиска можно применить модификацию бинарного поиска - неточный поиск. Таким образом галоп будет искать в подмассиве [8, ..., 100] элемент больше 200, потратив на это максимум log2(93) + 1 операцию сравнения, то есть всего 7 сравнений. В итоге на слияние двух блоков понадобится не 100 сравнений, а 14.</a:t>
            </a:r>
            <a:endParaRPr sz="1900">
              <a:solidFill>
                <a:srgbClr val="000000"/>
              </a:solidFill>
            </a:endParaRPr>
          </a:p>
        </p:txBody>
      </p:sp>
      <p:sp>
        <p:nvSpPr>
          <p:cNvPr id="195" name="Google Shape;19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Сложность сортировки</a:t>
            </a:r>
            <a:endParaRPr/>
          </a:p>
        </p:txBody>
      </p:sp>
      <p:sp>
        <p:nvSpPr>
          <p:cNvPr id="201" name="Google Shape;20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graphicFrame>
        <p:nvGraphicFramePr>
          <p:cNvPr id="202" name="Google Shape;202;p31"/>
          <p:cNvGraphicFramePr/>
          <p:nvPr/>
        </p:nvGraphicFramePr>
        <p:xfrm>
          <a:off x="952500" y="1536800"/>
          <a:ext cx="3000000" cy="3000000"/>
        </p:xfrm>
        <a:graphic>
          <a:graphicData uri="http://schemas.openxmlformats.org/drawingml/2006/table">
            <a:tbl>
              <a:tblPr>
                <a:noFill/>
                <a:tableStyleId>{D8E808EA-DFA6-4E18-9CDB-66BEDF83C8F2}</a:tableStyleId>
              </a:tblPr>
              <a:tblGrid>
                <a:gridCol w="1809750"/>
                <a:gridCol w="1809750"/>
                <a:gridCol w="1809750"/>
                <a:gridCol w="1809750"/>
              </a:tblGrid>
              <a:tr h="436550">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Время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Память</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Устойчивая</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Худший случай </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n*log(n)</a:t>
                      </a:r>
                      <a:endParaRPr sz="1400" u="none" cap="none" strike="noStrike"/>
                    </a:p>
                  </a:txBody>
                  <a:tcPr marT="91425" marB="91425" marR="91425" marL="91425"/>
                </a:tc>
                <a:tc rowSpan="3">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О(n) </a:t>
                      </a:r>
                      <a:endParaRPr sz="1400" u="none" cap="none" strike="noStrike"/>
                    </a:p>
                  </a:txBody>
                  <a:tcPr marT="91425" marB="91425" marR="91425" marL="91425"/>
                </a:tc>
                <a:tc rowSpan="3">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Да</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Средний случай</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n*log(n)</a:t>
                      </a:r>
                      <a:endParaRPr sz="1400" u="none" cap="none" strike="noStrike"/>
                    </a:p>
                  </a:txBody>
                  <a:tcPr marT="91425" marB="91425" marR="91425" marL="91425"/>
                </a:tc>
                <a:tc vMerge="1"/>
                <a:tc vMerge="1"/>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Лучший случай</a:t>
                      </a:r>
                      <a:endParaRPr sz="14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400"/>
                        <a:buFont typeface="Arial"/>
                        <a:buNone/>
                      </a:pPr>
                      <a:r>
                        <a:rPr lang="ru" sz="1400" u="none" cap="none" strike="noStrike"/>
                        <a:t>n</a:t>
                      </a:r>
                      <a:endParaRPr sz="1400" u="none" cap="none" strike="noStrike"/>
                    </a:p>
                  </a:txBody>
                  <a:tcPr marT="91425" marB="91425" marR="91425" marL="91425"/>
                </a:tc>
                <a:tc vMerge="1"/>
                <a:tc vMerge="1"/>
              </a:tr>
            </a:tbl>
          </a:graphicData>
        </a:graphic>
      </p:graphicFrame>
      <p:sp>
        <p:nvSpPr>
          <p:cNvPr id="203" name="Google Shape;203;p31"/>
          <p:cNvSpPr txBox="1"/>
          <p:nvPr/>
        </p:nvSpPr>
        <p:spPr>
          <a:xfrm>
            <a:off x="311700" y="4173025"/>
            <a:ext cx="7556400" cy="98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ru" sz="1900" u="none" cap="none" strike="noStrike">
                <a:solidFill>
                  <a:srgbClr val="000000"/>
                </a:solidFill>
                <a:latin typeface="Proxima Nova"/>
                <a:ea typeface="Proxima Nova"/>
                <a:cs typeface="Proxima Nova"/>
                <a:sym typeface="Proxima Nova"/>
              </a:rPr>
              <a:t>n - объем входных данных</a:t>
            </a:r>
            <a:endParaRPr b="0" i="0" sz="19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2507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Почему такая сложность?</a:t>
            </a:r>
            <a:endParaRPr/>
          </a:p>
        </p:txBody>
      </p:sp>
      <p:sp>
        <p:nvSpPr>
          <p:cNvPr id="209" name="Google Shape;209;p32"/>
          <p:cNvSpPr txBox="1"/>
          <p:nvPr>
            <p:ph idx="1" type="body"/>
          </p:nvPr>
        </p:nvSpPr>
        <p:spPr>
          <a:xfrm>
            <a:off x="311700" y="714800"/>
            <a:ext cx="8520600" cy="398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Пусть k — число кусков, на которые разбился наш исходный массив, очевидно k = ⌈n / minrun⌉.</a:t>
            </a:r>
            <a:endParaRPr sz="1900">
              <a:solidFill>
                <a:srgbClr val="000000"/>
              </a:solidFill>
            </a:endParaRPr>
          </a:p>
          <a:p>
            <a:pPr indent="0" lvl="0" marL="0" rtl="0" algn="l">
              <a:lnSpc>
                <a:spcPct val="150000"/>
              </a:lnSpc>
              <a:spcBef>
                <a:spcPts val="0"/>
              </a:spcBef>
              <a:spcAft>
                <a:spcPts val="0"/>
              </a:spcAft>
              <a:buSzPts val="1800"/>
              <a:buNone/>
            </a:pPr>
            <a:r>
              <a:rPr lang="ru" sz="1900">
                <a:solidFill>
                  <a:srgbClr val="000000"/>
                </a:solidFill>
              </a:rPr>
              <a:t>Главный факт, который нам понадобится для доказательства нужной оценки времени работы в O(n*log(n)) — это то, что сливаемые массивы всегда имеют примерно одинаковую длину. Можно сказать больше: пока k&gt;3 сливаемые подмассивы будут именно одинаковой длины. Безусловно, после разбиения массива на блоки длиной minrun последний блок может быть отличен от данного значения, но число элементов в нём не превосходит константы minrun.</a:t>
            </a:r>
            <a:endParaRPr sz="1900">
              <a:solidFill>
                <a:srgbClr val="000000"/>
              </a:solidFill>
            </a:endParaRPr>
          </a:p>
        </p:txBody>
      </p:sp>
      <p:sp>
        <p:nvSpPr>
          <p:cNvPr id="210" name="Google Shape;21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ru"/>
              <a:t>Почему такая сложность?</a:t>
            </a:r>
            <a:endParaRPr/>
          </a:p>
        </p:txBody>
      </p:sp>
      <p:sp>
        <p:nvSpPr>
          <p:cNvPr id="216" name="Google Shape;216;p33"/>
          <p:cNvSpPr txBox="1"/>
          <p:nvPr>
            <p:ph idx="1" type="body"/>
          </p:nvPr>
        </p:nvSpPr>
        <p:spPr>
          <a:xfrm>
            <a:off x="311700" y="1317450"/>
            <a:ext cx="8520600" cy="2232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SzPts val="1800"/>
              <a:buNone/>
            </a:pPr>
            <a:r>
              <a:rPr lang="ru" sz="1900">
                <a:solidFill>
                  <a:srgbClr val="000000"/>
                </a:solidFill>
              </a:rPr>
              <a:t>При слиянии, длина образовавшегося слитого массива увеличивается в ≈2 раза. Таким образом получаем, что каждый подмассив может участвовать в не более O(log(n)) операций слияния, а значит и каждый элемент будет задействован в сравнениях не более O(log(n)) раз. Элементов n, откуда получаем оценку в O(n*log(n)).</a:t>
            </a:r>
            <a:endParaRPr sz="1900">
              <a:solidFill>
                <a:srgbClr val="000000"/>
              </a:solidFill>
            </a:endParaRPr>
          </a:p>
        </p:txBody>
      </p:sp>
      <p:sp>
        <p:nvSpPr>
          <p:cNvPr id="217" name="Google Shape;21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latin typeface="PT Sans"/>
                <a:ea typeface="PT Sans"/>
                <a:cs typeface="PT Sans"/>
                <a:sym typeface="PT Sans"/>
              </a:rPr>
              <a:t>‹#›</a:t>
            </a:fld>
            <a:endParaRPr sz="1100">
              <a:latin typeface="PT Sans"/>
              <a:ea typeface="PT Sans"/>
              <a:cs typeface="PT Sans"/>
              <a:sym typeface="P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311700" y="2150850"/>
            <a:ext cx="8520600" cy="841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ru"/>
              <a:t>Вопросы по курсу можно задавать:</a:t>
            </a:r>
            <a:endParaRPr/>
          </a:p>
        </p:txBody>
      </p:sp>
      <p:sp>
        <p:nvSpPr>
          <p:cNvPr id="223" name="Google Shape;223;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ru" sz="1100">
                <a:solidFill>
                  <a:schemeClr val="dk1"/>
                </a:solidFill>
                <a:latin typeface="PT Sans"/>
                <a:ea typeface="PT Sans"/>
                <a:cs typeface="PT Sans"/>
                <a:sym typeface="PT Sans"/>
              </a:rPr>
              <a:t>‹#›</a:t>
            </a:fld>
            <a:endParaRPr sz="1100">
              <a:solidFill>
                <a:schemeClr val="dk1"/>
              </a:solidFill>
              <a:latin typeface="PT Sans"/>
              <a:ea typeface="PT Sans"/>
              <a:cs typeface="PT Sans"/>
              <a:sym typeface="PT Sans"/>
            </a:endParaRPr>
          </a:p>
        </p:txBody>
      </p:sp>
      <p:sp>
        <p:nvSpPr>
          <p:cNvPr id="224" name="Google Shape;224;p34"/>
          <p:cNvSpPr txBox="1"/>
          <p:nvPr>
            <p:ph type="title"/>
          </p:nvPr>
        </p:nvSpPr>
        <p:spPr>
          <a:xfrm>
            <a:off x="70775" y="3060025"/>
            <a:ext cx="8925000" cy="1156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t/>
            </a:r>
            <a:endParaRPr sz="2400"/>
          </a:p>
          <a:p>
            <a:pPr indent="0" lvl="0" marL="0" rtl="0" algn="l">
              <a:lnSpc>
                <a:spcPct val="100000"/>
              </a:lnSpc>
              <a:spcBef>
                <a:spcPts val="0"/>
              </a:spcBef>
              <a:spcAft>
                <a:spcPts val="0"/>
              </a:spcAft>
              <a:buSzPts val="3600"/>
              <a:buNone/>
            </a:pPr>
            <a:r>
              <a:rPr lang="ru" sz="2400"/>
              <a:t>Почта дисциплины - </a:t>
            </a:r>
            <a:r>
              <a:rPr lang="ru" sz="2400" u="sng">
                <a:solidFill>
                  <a:schemeClr val="hlink"/>
                </a:solidFill>
                <a:hlinkClick r:id="rId3"/>
              </a:rPr>
              <a:t>alg@moevm.info</a:t>
            </a:r>
            <a:endParaRPr sz="2400"/>
          </a:p>
          <a:p>
            <a:pPr indent="0" lvl="0" marL="0" rtl="0" algn="l">
              <a:lnSpc>
                <a:spcPct val="100000"/>
              </a:lnSpc>
              <a:spcBef>
                <a:spcPts val="0"/>
              </a:spcBef>
              <a:spcAft>
                <a:spcPts val="0"/>
              </a:spcAft>
              <a:buSzPts val="3600"/>
              <a:buNone/>
            </a:pPr>
            <a:r>
              <a:rPr lang="ru" sz="2400"/>
              <a:t>Иванов Дмитрий Владимирович - </a:t>
            </a:r>
            <a:r>
              <a:rPr lang="ru" sz="2400" u="sng">
                <a:solidFill>
                  <a:schemeClr val="hlink"/>
                </a:solidFill>
                <a:hlinkClick r:id="rId4"/>
              </a:rPr>
              <a:t>dmitry.ivanov@moevm.info</a:t>
            </a:r>
            <a:endParaRPr sz="2400"/>
          </a:p>
          <a:p>
            <a:pPr indent="0" lvl="0" marL="0" rtl="0" algn="l">
              <a:lnSpc>
                <a:spcPct val="100000"/>
              </a:lnSpc>
              <a:spcBef>
                <a:spcPts val="0"/>
              </a:spcBef>
              <a:spcAft>
                <a:spcPts val="0"/>
              </a:spcAft>
              <a:buSzPts val="3600"/>
              <a:buNone/>
            </a:pPr>
            <a:r>
              <a:rPr lang="ru" sz="2400"/>
              <a:t>Шалагинов Иван Владимирович - </a:t>
            </a:r>
            <a:r>
              <a:rPr lang="ru" sz="2400" u="sng">
                <a:solidFill>
                  <a:schemeClr val="hlink"/>
                </a:solidFill>
                <a:hlinkClick r:id="rId5"/>
              </a:rPr>
              <a:t>ivan.shalaginov@moevm.info</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Лэти тема">
  <a:themeElements>
    <a:clrScheme name="corp_colors">
      <a:dk1>
        <a:srgbClr val="05336E"/>
      </a:dk1>
      <a:lt1>
        <a:srgbClr val="FFFFFF"/>
      </a:lt1>
      <a:dk2>
        <a:srgbClr val="05336E"/>
      </a:dk2>
      <a:lt2>
        <a:srgbClr val="FFFFFF"/>
      </a:lt2>
      <a:accent1>
        <a:srgbClr val="5B9BD5"/>
      </a:accent1>
      <a:accent2>
        <a:srgbClr val="ED7D31"/>
      </a:accent2>
      <a:accent3>
        <a:srgbClr val="A5A5A5"/>
      </a:accent3>
      <a:accent4>
        <a:srgbClr val="FFC000"/>
      </a:accent4>
      <a:accent5>
        <a:srgbClr val="4472C4"/>
      </a:accent5>
      <a:accent6>
        <a:srgbClr val="70AD47"/>
      </a:accent6>
      <a:hlink>
        <a:srgbClr val="67A7F8"/>
      </a:hlink>
      <a:folHlink>
        <a:srgbClr val="67A7F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