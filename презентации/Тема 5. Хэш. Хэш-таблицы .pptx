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PT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75FE91-87E2-4DC8-8B85-47D58CE949F7}">
  <a:tblStyle styleId="{C075FE91-87E2-4DC8-8B85-47D58CE949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PTSans-regular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-boldItalic.fntdata"/><Relationship Id="rId30" Type="http://schemas.openxmlformats.org/officeDocument/2006/relationships/font" Target="fonts/PT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u.wikipedia.org/wiki/%D0%92%D0%B7%D0%B0%D0%B8%D0%BC%D0%BD%D0%B0%D1%8F_%D0%BF%D1%80%D0%BE%D1%81%D1%82%D0%BE%D1%82%D0%B0" TargetMode="External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u.wikipedia.org/wiki/%D0%9F%D1%80%D0%BE%D1%81%D1%82%D0%BE%D0%B5_%D1%87%D0%B8%D1%81%D0%BB%D0%B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Хэш. Хэш-таблицы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Хеширование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Хэширование - преобразование информации с помощью особых математических формул.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результате хеширования возникает хэш -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отображение данных в виде короткой,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в идеале уникальной, строки для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каждого набора данных.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1225" y="2364500"/>
            <a:ext cx="3525575" cy="21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Хэш-функция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Хэш-функция - функция, осуществляющая преобразования массива входных данных произвольной длины в выходную битовую строку установленной длины, выполняемое определенным алгоритмом.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								H: K → {0, …, m-1}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K - множество ключей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Н(К) - Хэш-код ключа K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m - параметр Хэш-функции, количество ячеек Хэш-таблицы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Хэш-функция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«Хорошая» хэш-функция имеет следующие свойства: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Считается за линейное время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Имеет не очень большие значения ( до 64 бит)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Имеет равномерное распределение элементов, в случае коллизий (совпадения хэш-кода у двух разных элементов)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Хэш-таблица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076275"/>
            <a:ext cx="8520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Хэш-таблицы - структура данных, которая позволяет хранить пары (ключ, значение) и осуществлять доступ к элементу по ключу.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124" y="1992175"/>
            <a:ext cx="3967749" cy="229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Хэш-таблица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a = n/m - коэффициент заполнения Хэш-таблицы.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/>
              <a:t>	n - количество ключей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ru"/>
              <a:t>	m - количество ячеек в таблице</a:t>
            </a:r>
            <a:endParaRPr/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0975" y="2129650"/>
            <a:ext cx="2721475" cy="19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Примеры использования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Хэш-функции: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Шифрование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Криптография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Хэш-таблицы: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Базы данных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Компиляторы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Низкоуровневые процессы компьютеров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Коллизии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Коллизия - совпадение Хэш-значений при разных ключах: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H(K_1) = H(K_2), при K_1 != K_2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Способы разрешения коллизий: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Методом цепочек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Методом открытой адресации (например, линейное исследование, квадратичное исследование и двойное хэширование)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Метод цепочек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При совпадении хеш-значений элементы связываются в цепочку. Таким образом увеличивается место под 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хэш-таблицу.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7804" y="1604950"/>
            <a:ext cx="3666083" cy="28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Открытая адресация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основе открытой адресации лежат следующие принципы: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Количество элементов должно быть меньше или равно размеру хэш-таблицы.</a:t>
            </a:r>
            <a:endParaRPr sz="1900">
              <a:solidFill>
                <a:srgbClr val="000000"/>
              </a:solidFill>
            </a:endParaRPr>
          </a:p>
          <a:p>
            <a:pPr indent="-34925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При вставке ключа выполняется проверка ячейки (занята она или нет). Если свободна, то происходит запись, иначе происходит поиск альтернативного места.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Открытая адресация (Линейное исследование)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076275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Ячейки хеш-таблицы последовательно просматриваются с некоторым фиксированным интервалом k между ячейками (обычно k = 1).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Для того, чтобы все ячейки оказались просмотренными по одному разу, необходимо, чтобы k было </a:t>
            </a:r>
            <a:r>
              <a:rPr lang="ru" sz="19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взаимно-простым</a:t>
            </a:r>
            <a:r>
              <a:rPr lang="ru" sz="1900">
                <a:solidFill>
                  <a:srgbClr val="000000"/>
                </a:solidFill>
              </a:rPr>
              <a:t> с размером хеш-таблицы.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638" y="2869375"/>
            <a:ext cx="4851568" cy="19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Квадратичное исследование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076275"/>
            <a:ext cx="55581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Интервал между ячейками с каждым шагом увеличивается на константу. Если размер хеш-таблицы равен степени двойки, то одним из примеров последовательности, при которой каждый элемент будет просмотрен по одному разу, является hash(x) mod N, (hash(x) + 1) mod N, (hash(x) + 3) mod N, (hash(x) + 6) mod N (треугольные числа)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8" name="Google Shape;17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 b="0" l="0" r="0" t="22976"/>
          <a:stretch/>
        </p:blipFill>
        <p:spPr>
          <a:xfrm>
            <a:off x="5280261" y="2216675"/>
            <a:ext cx="3552039" cy="10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Двойное хэширование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Интервал между ячейками фиксирован, как при линейном пробировании, но, в отличие от него, размер интервала вычисляется второй, вспомогательной хеш-функцией, а значит, может быть различным для разных ключей. Значения этой хеш-функции должны быть ненулевыми и взаимно-простыми с размером хеш-таблицы, что проще всего достичь, взяв </a:t>
            </a:r>
            <a:r>
              <a:rPr lang="ru" sz="19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простое число</a:t>
            </a:r>
            <a:r>
              <a:rPr lang="ru" sz="1900">
                <a:solidFill>
                  <a:srgbClr val="000000"/>
                </a:solidFill>
              </a:rPr>
              <a:t> в качестве размера, и потребовав, чтобы вспомогательная хеш-функция возвращала значения от 1 до N — 1.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Хэш-таблицы. Сложность операций</a:t>
            </a:r>
            <a:endParaRPr/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93" name="Google Shape;193;p29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{C075FE91-87E2-4DC8-8B85-47D58CE949F7}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худшем случае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 лучшем случае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Поиск элемента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О(n)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O(1)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элемента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O(n)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O(1)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Вставка элемента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O(n)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ru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O(1)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Особенности реализации словарей в Python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Словари реализованы как Хэш-таблицы с открытой адресацией для разрешения коллизий.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Ключи в словаре должны быть Хэшируемы.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При инициализации словаря создается Хэш-таблицы с 8 ячейками.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Словарь увеличивается при заполнении более чем на 2/3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397" y="3308276"/>
            <a:ext cx="1526025" cy="167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Источники и полезные ссылки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➢"/>
            </a:pPr>
            <a:r>
              <a:rPr lang="ru" sz="1600">
                <a:solidFill>
                  <a:srgbClr val="000000"/>
                </a:solidFill>
              </a:rPr>
              <a:t>Хеш-таблицы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https://ru.wikipedia.org/wiki/Хеш-таблица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➢ Лекции по алгоритмам и структурам данных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https://proglib.io/p/data-structure-algorithms/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➢ Квадратичное пробирование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https://en.wikipedia.org/wiki/Quadratic_probing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➢ Современные словари в Python: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https://www.youtube.com/watch?v=37S53yFg9wc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rgbClr val="000000"/>
                </a:solidFill>
              </a:rPr>
              <a:t>https://github.com/python/cpython/blob/3.10/Objects/dictobject.c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15" name="Google Shape;215;p32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